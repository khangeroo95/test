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9" r:id="rId3"/>
    <p:sldId id="320" r:id="rId4"/>
    <p:sldId id="321" r:id="rId5"/>
    <p:sldId id="322" r:id="rId6"/>
    <p:sldId id="344" r:id="rId7"/>
    <p:sldId id="323" r:id="rId8"/>
    <p:sldId id="34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50799F-4AFC-4834-AD27-110BA4618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712DB0-9EBD-4BCE-A332-82BEDC4BE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1DB0AE-8FCE-4468-8E92-A0DD57A5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1E1601-305B-4A0B-8A52-C65C496B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CE75AD-9D93-4FCA-91D6-91E55D77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60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5547FC-BD43-4275-973A-20A783B8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79E226-458E-4E1C-A30F-F3E05DF01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5EB00C-F6D9-4AA8-AABA-ADB7CEF41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B5E18E-6D84-4619-B17A-C54CE51E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BB6A67-16E7-4724-AD06-1CB1DBBF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42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9345A4-93CD-4349-BEF0-98920B16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042317-DEC4-41F3-826C-800BBC602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96BC79-650D-477D-B9C6-B69383BD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5FA866-9D0D-4844-B7F6-567AF7A1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854724-E697-4C05-9245-9F1CA16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907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8DB14B-17CC-453C-BF77-C9AB153A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9CED4A-9737-42C9-A754-C71E63D99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5FEF-3A1B-45F8-87BC-41293CAD7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99CE5A-8F3D-4E6C-BC9A-0515D6C6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0E12E6-A37A-46BC-B88F-FEEDB6F2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FAC5AB-2B00-443B-BCBA-3E0A112F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8100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F1B6D-B866-4B02-8AF1-E92FD8C4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82F01A-A5B4-458F-BD85-0C4B6C8F4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DB1287-1B7C-4200-890B-DFB401272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1B54A7B-63DB-4A12-84E9-4C2FDEC03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00F1015-29E8-476C-BBCD-79671333D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39BB73C-B295-4D2C-B588-D02468C4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7EB9B60-CC52-4BD3-852A-B47A5C2D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5A5DDC0-137C-4058-8D3C-B53D7904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32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44D17A-3C77-4656-A514-8C6162E0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6D549A3-7FBC-4C06-99DC-3659C81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B2872D-B802-40E6-9182-A7C81EDF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19257B-9ECD-4135-8214-7E8EC0C4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14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7FB12B-60AA-49BF-88F9-E3F7EB65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C9400F-1179-4199-9EC8-E2E9ED675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7E3A29-0C9A-4DC2-ABD3-0834585A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8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24E55-5510-4515-99D2-7345677E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83AD6A-019A-4D84-B8C6-14CEA9B92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EBF050-39E7-4A15-ADDE-7EA43BEE8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99A2E0-86F4-4E9F-9E4E-F96C9285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EB228F-670A-4E45-BD18-6FFBAB05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DF9EE4-69F0-4059-8A28-C6D03CEB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82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E952C5-F19D-4CD6-BBD5-FE6E802E0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624A4C3-2173-435E-8E6C-3B2BCC502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307FD03-8112-4DF3-9828-FA69EC49B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28523B-1AC2-4678-85E4-D33A693D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63D44E-1604-4E6D-A321-75650859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232593-E55B-4183-B58B-F5AC84C7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66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0B3750-F6B4-4665-AD23-CDE54F92C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6ABE736-7FBC-4856-A702-781357BEF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A1C1E6-D765-44AE-92E4-B90022FB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B70D09-D667-4A36-8761-09819560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C3DD7E-9493-4F2C-81BD-80BE4373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11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A1ABCDB-520E-4BBB-B5BC-EFD98DEA0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371F7F8-A796-43D9-BF4A-CAB9BCC61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7CA9D9-43F3-4349-BC3E-94187A4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69DF92-AF04-4853-9462-BECCA279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E3C0FC-2591-484F-A7A0-3D52711C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24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170462"/>
            <a:ext cx="11379200" cy="495377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 dirty="0"/>
              <a:t>Content goes here (20pt)</a:t>
            </a:r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440356"/>
            <a:ext cx="11379200" cy="679396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29672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4E20ADC-896E-4B85-BFC3-B91614DDE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9F2B61-2C69-444B-978B-483A0F7F4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3390E5-9962-4F20-87C2-4C1CCD46B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427E-2E93-4C89-BFA5-11C4222E07A5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C825E2-1EA0-48C3-A9E3-5CF522DC1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F439ED-D09D-4B7F-98F6-0639CF65D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A66B8-25F9-46CC-AA1A-1C09C6533F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7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AF5A8A-C749-42F5-AA9A-B3E1A21E44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0B7CD29-1822-49FF-8B56-016C6ABD93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70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1B239D-4634-41AC-8A02-183F6803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72981"/>
            <a:ext cx="11379200" cy="67939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Delta Black box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605D68-7F74-4F42-9A23-39AC40EC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952500"/>
            <a:ext cx="5934076" cy="517173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One click for downloading waveform log&amp; event log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1.Unzip files “Delta Block Box v2.0.24”.</a:t>
            </a:r>
          </a:p>
          <a:p>
            <a:pPr marL="0" indent="0">
              <a:buNone/>
            </a:pPr>
            <a:endParaRPr lang="en-US" altLang="zh-TW" sz="1100" dirty="0"/>
          </a:p>
          <a:p>
            <a:pPr marL="0" indent="0">
              <a:buNone/>
            </a:pP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2.C</a:t>
            </a:r>
            <a:r>
              <a:rPr lang="en-US" altLang="zh-TW" dirty="0" bmk="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lick to enter the folder “Delta Block Box v2.0.24”, and open the main program “</a:t>
            </a:r>
            <a:r>
              <a:rPr lang="en-US" altLang="zh-TW" dirty="0" err="1" bmk="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DeltaBlackBox</a:t>
            </a:r>
            <a:endParaRPr lang="en-US" altLang="zh-TW" dirty="0" bmk=""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bmk=""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bmk="OLE_LINK4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3.To use the one-click download feature, click “Download Logs” in the top right corner, and a new window will open.</a:t>
            </a:r>
            <a:endParaRPr lang="en-US" altLang="zh-TW" sz="3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81C3BF-7AB6-4D78-A74F-7EDC2EC185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24626" y="1197609"/>
            <a:ext cx="5426619" cy="4786907"/>
          </a:xfrm>
          <a:prstGeom prst="rect">
            <a:avLst/>
          </a:prstGeom>
        </p:spPr>
      </p:pic>
      <p:pic>
        <p:nvPicPr>
          <p:cNvPr id="2065" name="圖片 1">
            <a:extLst>
              <a:ext uri="{FF2B5EF4-FFF2-40B4-BE49-F238E27FC236}">
                <a16:creationId xmlns:a16="http://schemas.microsoft.com/office/drawing/2014/main" id="{DB0D5493-4FB6-4932-BB6C-701180F3A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70" y="1884208"/>
            <a:ext cx="1943100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圖片 2">
            <a:extLst>
              <a:ext uri="{FF2B5EF4-FFF2-40B4-BE49-F238E27FC236}">
                <a16:creationId xmlns:a16="http://schemas.microsoft.com/office/drawing/2014/main" id="{8281B02F-379D-4A76-BAA4-435561DBB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70" y="3012575"/>
            <a:ext cx="1917700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圖片 3">
            <a:extLst>
              <a:ext uri="{FF2B5EF4-FFF2-40B4-BE49-F238E27FC236}">
                <a16:creationId xmlns:a16="http://schemas.microsoft.com/office/drawing/2014/main" id="{613935CE-16E7-4FEA-87EF-703633CC0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8" y="3012575"/>
            <a:ext cx="1352550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20">
            <a:extLst>
              <a:ext uri="{FF2B5EF4-FFF2-40B4-BE49-F238E27FC236}">
                <a16:creationId xmlns:a16="http://schemas.microsoft.com/office/drawing/2014/main" id="{931DB528-FF02-45DA-B466-8C4275F6E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9422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232F26-A39E-4A2D-B60A-60004A2E6ACA}"/>
              </a:ext>
            </a:extLst>
          </p:cNvPr>
          <p:cNvSpPr/>
          <p:nvPr/>
        </p:nvSpPr>
        <p:spPr>
          <a:xfrm>
            <a:off x="6761166" y="2087518"/>
            <a:ext cx="4859334" cy="37798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6C2C70-9F38-43C1-A717-A1CDFEF471BE}"/>
              </a:ext>
            </a:extLst>
          </p:cNvPr>
          <p:cNvSpPr/>
          <p:nvPr/>
        </p:nvSpPr>
        <p:spPr>
          <a:xfrm>
            <a:off x="11361012" y="1614651"/>
            <a:ext cx="515620" cy="3857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32" name="文字方塊 38">
            <a:extLst>
              <a:ext uri="{FF2B5EF4-FFF2-40B4-BE49-F238E27FC236}">
                <a16:creationId xmlns:a16="http://schemas.microsoft.com/office/drawing/2014/main" id="{B693BDB8-41C5-433E-A569-0C4DAFD52AEF}"/>
              </a:ext>
            </a:extLst>
          </p:cNvPr>
          <p:cNvSpPr txBox="1"/>
          <p:nvPr/>
        </p:nvSpPr>
        <p:spPr>
          <a:xfrm>
            <a:off x="11170269" y="1345093"/>
            <a:ext cx="287020" cy="53911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endParaRPr lang="zh-TW" sz="16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3" name="文字方塊 39">
            <a:extLst>
              <a:ext uri="{FF2B5EF4-FFF2-40B4-BE49-F238E27FC236}">
                <a16:creationId xmlns:a16="http://schemas.microsoft.com/office/drawing/2014/main" id="{CE8692E0-CF93-4749-AD0E-3045AF308AA2}"/>
              </a:ext>
            </a:extLst>
          </p:cNvPr>
          <p:cNvSpPr txBox="1"/>
          <p:nvPr/>
        </p:nvSpPr>
        <p:spPr>
          <a:xfrm>
            <a:off x="6524626" y="1767051"/>
            <a:ext cx="515620" cy="5562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n-US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endParaRPr lang="zh-TW" sz="16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91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1B239D-4634-41AC-8A02-183F6803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72981"/>
            <a:ext cx="11379200" cy="67939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Delta Black box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605D68-7F74-4F42-9A23-39AC40EC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170462"/>
            <a:ext cx="11306175" cy="495377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4.Click the button at the top of the window and select “DPM GEN2_update”</a:t>
            </a:r>
            <a:endParaRPr lang="en-US" dirty="0"/>
          </a:p>
        </p:txBody>
      </p:sp>
      <p:pic>
        <p:nvPicPr>
          <p:cNvPr id="3073" name="圖片 6">
            <a:extLst>
              <a:ext uri="{FF2B5EF4-FFF2-40B4-BE49-F238E27FC236}">
                <a16:creationId xmlns:a16="http://schemas.microsoft.com/office/drawing/2014/main" id="{4A3B4850-5DE1-487F-9B34-5BA600865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798" y="1810991"/>
            <a:ext cx="6123277" cy="426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85FC4D-E0A9-43FF-883A-AE8E879935DB}"/>
              </a:ext>
            </a:extLst>
          </p:cNvPr>
          <p:cNvSpPr/>
          <p:nvPr/>
        </p:nvSpPr>
        <p:spPr>
          <a:xfrm>
            <a:off x="5012372" y="2025701"/>
            <a:ext cx="287338" cy="2424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4676A4-E429-4D19-BCDE-79B029F914D2}"/>
              </a:ext>
            </a:extLst>
          </p:cNvPr>
          <p:cNvSpPr/>
          <p:nvPr/>
        </p:nvSpPr>
        <p:spPr>
          <a:xfrm>
            <a:off x="4035606" y="3647350"/>
            <a:ext cx="948055" cy="1860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77D288-DF5C-4FA6-A4DC-1CA362613413}"/>
              </a:ext>
            </a:extLst>
          </p:cNvPr>
          <p:cNvSpPr/>
          <p:nvPr/>
        </p:nvSpPr>
        <p:spPr>
          <a:xfrm>
            <a:off x="6663055" y="5466520"/>
            <a:ext cx="575310" cy="1860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4" name="文字方塊 17">
            <a:extLst>
              <a:ext uri="{FF2B5EF4-FFF2-40B4-BE49-F238E27FC236}">
                <a16:creationId xmlns:a16="http://schemas.microsoft.com/office/drawing/2014/main" id="{D9B6B0D8-317D-47F9-BF4D-FA731354F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034" y="1692906"/>
            <a:ext cx="287338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字方塊 18">
            <a:extLst>
              <a:ext uri="{FF2B5EF4-FFF2-40B4-BE49-F238E27FC236}">
                <a16:creationId xmlns:a16="http://schemas.microsoft.com/office/drawing/2014/main" id="{E9AED3D5-EBB5-4738-A0FE-DB6694E41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310" y="3429000"/>
            <a:ext cx="515938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字方塊 19">
            <a:extLst>
              <a:ext uri="{FF2B5EF4-FFF2-40B4-BE49-F238E27FC236}">
                <a16:creationId xmlns:a16="http://schemas.microsoft.com/office/drawing/2014/main" id="{AD2E7354-EFFC-4E5C-B413-DB577AB0E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2067" y="4936683"/>
            <a:ext cx="280988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A308D18E-3D78-4C0F-B692-ED3CC2278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15655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C7585DB-9F92-4FDF-A7CE-E47269FC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20227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69A52B45-BEB5-40FD-B8B7-36CCAB26E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56994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kumimoji="0" lang="en-US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30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1B239D-4634-41AC-8A02-183F6803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72981"/>
            <a:ext cx="11379200" cy="67939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Delta Black box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605D68-7F74-4F42-9A23-39AC40EC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170462"/>
            <a:ext cx="11306175" cy="495377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5-1. Select the COM port.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/>
              <a:t>5-2. Check “Remove Echo”.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/>
              <a:t>5-3. Select the module to download.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/>
              <a:t>5-4. Click “Download”.</a:t>
            </a:r>
            <a:endParaRPr lang="zh-TW" altLang="zh-TW" dirty="0"/>
          </a:p>
          <a:p>
            <a:pPr marL="0" indent="0">
              <a:buNone/>
            </a:pPr>
            <a:r>
              <a:rPr lang="en-US" altLang="zh-TW" dirty="0"/>
              <a:t>5-5. The window below will display </a:t>
            </a:r>
          </a:p>
          <a:p>
            <a:pPr marL="0" indent="0">
              <a:buNone/>
            </a:pPr>
            <a:r>
              <a:rPr lang="en-US" altLang="zh-TW" dirty="0"/>
              <a:t>“Start Downloading”.</a:t>
            </a:r>
            <a:endParaRPr lang="zh-TW" altLang="zh-TW" dirty="0"/>
          </a:p>
        </p:txBody>
      </p:sp>
      <p:pic>
        <p:nvPicPr>
          <p:cNvPr id="4097" name="圖片 7">
            <a:extLst>
              <a:ext uri="{FF2B5EF4-FFF2-40B4-BE49-F238E27FC236}">
                <a16:creationId xmlns:a16="http://schemas.microsoft.com/office/drawing/2014/main" id="{A52A3526-9D70-45D8-BD3E-411BF96B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721" y="1052377"/>
            <a:ext cx="5990953" cy="4181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CDE3E25-2598-450C-8F6E-ECEB3DD5511B}"/>
              </a:ext>
            </a:extLst>
          </p:cNvPr>
          <p:cNvSpPr/>
          <p:nvPr/>
        </p:nvSpPr>
        <p:spPr>
          <a:xfrm>
            <a:off x="6239668" y="1519492"/>
            <a:ext cx="1025525" cy="1752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7986A1-CF84-477C-B469-344363C0F8D4}"/>
              </a:ext>
            </a:extLst>
          </p:cNvPr>
          <p:cNvSpPr/>
          <p:nvPr/>
        </p:nvSpPr>
        <p:spPr>
          <a:xfrm>
            <a:off x="6628220" y="3346516"/>
            <a:ext cx="673735" cy="1752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50F14F-CAE4-435B-8007-6AABBE73473E}"/>
              </a:ext>
            </a:extLst>
          </p:cNvPr>
          <p:cNvSpPr/>
          <p:nvPr/>
        </p:nvSpPr>
        <p:spPr>
          <a:xfrm>
            <a:off x="7731804" y="1586365"/>
            <a:ext cx="2872695" cy="12900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05B600-ED35-49A2-9428-14F24FFBC6B3}"/>
              </a:ext>
            </a:extLst>
          </p:cNvPr>
          <p:cNvSpPr/>
          <p:nvPr/>
        </p:nvSpPr>
        <p:spPr>
          <a:xfrm>
            <a:off x="10363881" y="3572692"/>
            <a:ext cx="497840" cy="2108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4" name="文字方塊 24">
            <a:extLst>
              <a:ext uri="{FF2B5EF4-FFF2-40B4-BE49-F238E27FC236}">
                <a16:creationId xmlns:a16="http://schemas.microsoft.com/office/drawing/2014/main" id="{4BC40E8C-D98A-4DCE-BC5D-C3FCB4794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331" y="1176383"/>
            <a:ext cx="28733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字方塊 25">
            <a:extLst>
              <a:ext uri="{FF2B5EF4-FFF2-40B4-BE49-F238E27FC236}">
                <a16:creationId xmlns:a16="http://schemas.microsoft.com/office/drawing/2014/main" id="{091BF091-ACA0-449D-8426-9B7D30829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731" y="2918248"/>
            <a:ext cx="287338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字方塊 26">
            <a:extLst>
              <a:ext uri="{FF2B5EF4-FFF2-40B4-BE49-F238E27FC236}">
                <a16:creationId xmlns:a16="http://schemas.microsoft.com/office/drawing/2014/main" id="{BF5D56C4-458E-45DB-85BF-F84D84F3B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019" y="1018839"/>
            <a:ext cx="287338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字方塊 27">
            <a:extLst>
              <a:ext uri="{FF2B5EF4-FFF2-40B4-BE49-F238E27FC236}">
                <a16:creationId xmlns:a16="http://schemas.microsoft.com/office/drawing/2014/main" id="{6A41C058-079E-4510-A6E0-11A486B94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212" y="2936559"/>
            <a:ext cx="287337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6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4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9DAE2C-7C1D-4D6B-B3AA-7B327EB977BB}"/>
              </a:ext>
            </a:extLst>
          </p:cNvPr>
          <p:cNvSpPr/>
          <p:nvPr/>
        </p:nvSpPr>
        <p:spPr>
          <a:xfrm>
            <a:off x="4986201" y="3830321"/>
            <a:ext cx="3665855" cy="965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2" name="文字方塊 31">
            <a:extLst>
              <a:ext uri="{FF2B5EF4-FFF2-40B4-BE49-F238E27FC236}">
                <a16:creationId xmlns:a16="http://schemas.microsoft.com/office/drawing/2014/main" id="{EE7CF75C-FD09-4662-9F7E-24BC30226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201" y="3516169"/>
            <a:ext cx="287337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5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8" name="圖片 8">
            <a:extLst>
              <a:ext uri="{FF2B5EF4-FFF2-40B4-BE49-F238E27FC236}">
                <a16:creationId xmlns:a16="http://schemas.microsoft.com/office/drawing/2014/main" id="{62FC0512-51FE-4594-9B1B-B4BA2525B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444" y="3998778"/>
            <a:ext cx="2568575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A48C80-0C93-4F3C-B12F-9AF26677F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343" y="5951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8160A4-903F-425F-B0A8-2CC7C9362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343" y="10523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D5D351-93A4-4141-B660-FE2C0BEE6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343" y="47353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kumimoji="0" lang="en-US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9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1B239D-4634-41AC-8A02-183F6803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72981"/>
            <a:ext cx="11379200" cy="67939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Delta Black box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605D68-7F74-4F42-9A23-39AC40EC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170462"/>
            <a:ext cx="11306175" cy="4953777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TW" dirty="0"/>
              <a:t>6.Wait for the completion window.</a:t>
            </a:r>
            <a:endParaRPr lang="zh-TW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DBFE3A4-4AE1-462F-8545-75649EDEC4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58343" y="1601470"/>
            <a:ext cx="5412200" cy="381669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9BC5F8B-94D4-4AA5-85EB-14907940967D}"/>
              </a:ext>
            </a:extLst>
          </p:cNvPr>
          <p:cNvSpPr/>
          <p:nvPr/>
        </p:nvSpPr>
        <p:spPr>
          <a:xfrm>
            <a:off x="5541865" y="3060511"/>
            <a:ext cx="1108269" cy="13750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A6321E-49F2-4465-AB11-FE11484ACF78}"/>
              </a:ext>
            </a:extLst>
          </p:cNvPr>
          <p:cNvSpPr/>
          <p:nvPr/>
        </p:nvSpPr>
        <p:spPr>
          <a:xfrm>
            <a:off x="141026" y="5275122"/>
            <a:ext cx="108181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US" altLang="zh-TW" sz="2000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7.After the download is complete, the downloaded compressed file will appear in the folder.</a:t>
            </a:r>
            <a:endParaRPr lang="zh-TW" altLang="zh-TW" sz="2000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7D5A5C-0492-48BE-88B1-1A3533FC1E7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58342" y="5687538"/>
            <a:ext cx="3419627" cy="4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6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A35ADF11-02B8-4DBC-9D21-19C01DF0A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843" y="1751609"/>
            <a:ext cx="4643861" cy="321626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41B239D-4634-41AC-8A02-183F6803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72981"/>
            <a:ext cx="11379200" cy="67939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Delta Black box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605D68-7F74-4F42-9A23-39AC40EC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170462"/>
            <a:ext cx="11306175" cy="4953777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7.After the download is complete, the downloaded compressed file will appear in the folder.</a:t>
            </a:r>
            <a:endParaRPr lang="zh-TW" altLang="zh-TW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BC5F8B-94D4-4AA5-85EB-14907940967D}"/>
              </a:ext>
            </a:extLst>
          </p:cNvPr>
          <p:cNvSpPr/>
          <p:nvPr/>
        </p:nvSpPr>
        <p:spPr>
          <a:xfrm>
            <a:off x="3171199" y="4233333"/>
            <a:ext cx="2526868" cy="203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7D5A5C-0492-48BE-88B1-1A3533FC1E7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41409" y="5445912"/>
            <a:ext cx="3419627" cy="4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0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1B239D-4634-41AC-8A02-183F6803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72981"/>
            <a:ext cx="11379200" cy="67939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Delta Black box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605D68-7F74-4F42-9A23-39AC40EC2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170462"/>
            <a:ext cx="11306175" cy="495377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NOTE: To download again, simply reselect the module you want to download and click “Download”.</a:t>
            </a:r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DB9948-0B61-46DC-BE21-86072A3B61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21864" y="2054906"/>
            <a:ext cx="6517670" cy="418741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254E872-E43E-4181-A30F-A26BA9A22946}"/>
              </a:ext>
            </a:extLst>
          </p:cNvPr>
          <p:cNvSpPr/>
          <p:nvPr/>
        </p:nvSpPr>
        <p:spPr>
          <a:xfrm>
            <a:off x="5850804" y="2413161"/>
            <a:ext cx="3088479" cy="17084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7E217B-61A3-4CAE-AA47-BB539B107C74}"/>
              </a:ext>
            </a:extLst>
          </p:cNvPr>
          <p:cNvSpPr/>
          <p:nvPr/>
        </p:nvSpPr>
        <p:spPr>
          <a:xfrm>
            <a:off x="8602344" y="4585649"/>
            <a:ext cx="541656" cy="2866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96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CC4A25A-42EB-4F39-95BF-CE1EFCD06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2" y="1900277"/>
            <a:ext cx="5434954" cy="4043323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FEB6C0B-B179-4490-8BC7-8B392483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Delta Black box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70F21C-2F79-416B-A156-03657D4B4CCC}"/>
              </a:ext>
            </a:extLst>
          </p:cNvPr>
          <p:cNvSpPr/>
          <p:nvPr/>
        </p:nvSpPr>
        <p:spPr>
          <a:xfrm>
            <a:off x="3933825" y="4229099"/>
            <a:ext cx="2716309" cy="2064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B2FE626-BF28-475D-BD58-FA39C850CC9D}"/>
              </a:ext>
            </a:extLst>
          </p:cNvPr>
          <p:cNvSpPr txBox="1">
            <a:spLocks/>
          </p:cNvSpPr>
          <p:nvPr/>
        </p:nvSpPr>
        <p:spPr>
          <a:xfrm>
            <a:off x="997046" y="1119752"/>
            <a:ext cx="11306175" cy="495377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NOTE: If clicking "download" has no response, please delete the "</a:t>
            </a:r>
            <a:r>
              <a:rPr lang="en-US" altLang="zh-TW" dirty="0" err="1"/>
              <a:t>tmp</a:t>
            </a:r>
            <a:r>
              <a:rPr lang="en-US" altLang="zh-TW" dirty="0"/>
              <a:t>" folder.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208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240</Words>
  <Application>Microsoft Office PowerPoint</Application>
  <PresentationFormat>寬螢幕</PresentationFormat>
  <Paragraphs>46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Delta Black box</vt:lpstr>
      <vt:lpstr>Delta Black box</vt:lpstr>
      <vt:lpstr>Delta Black box</vt:lpstr>
      <vt:lpstr>Delta Black box</vt:lpstr>
      <vt:lpstr>Delta Black box</vt:lpstr>
      <vt:lpstr>Delta Black box</vt:lpstr>
      <vt:lpstr>Delta Black box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LARRY.ZX.LEE 李宗禧</dc:creator>
  <cp:lastModifiedBy>LARRY.ZX.LEE 李宗禧</cp:lastModifiedBy>
  <cp:revision>1</cp:revision>
  <dcterms:created xsi:type="dcterms:W3CDTF">2024-12-30T23:48:29Z</dcterms:created>
  <dcterms:modified xsi:type="dcterms:W3CDTF">2024-12-30T23:53:04Z</dcterms:modified>
</cp:coreProperties>
</file>